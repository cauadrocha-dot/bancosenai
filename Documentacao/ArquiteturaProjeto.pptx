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44" y="-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433689" y="140230"/>
            <a:ext cx="9144000" cy="717725"/>
          </a:xfrm>
        </p:spPr>
        <p:txBody>
          <a:bodyPr>
            <a:normAutofit/>
          </a:bodyPr>
          <a:lstStyle/>
          <a:p>
            <a:r>
              <a:rPr lang="pt-BR" sz="4000" b="1" dirty="0" smtClean="0"/>
              <a:t>Arquitetura do Projeto</a:t>
            </a:r>
            <a:endParaRPr lang="pt-BR" sz="4000" b="1" dirty="0"/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Banco SENAI</a:t>
            </a:r>
            <a:endParaRPr lang="pt-BR" b="1" dirty="0"/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Banco </a:t>
            </a:r>
          </a:p>
          <a:p>
            <a:pPr algn="ctr"/>
            <a:r>
              <a:rPr lang="pt-BR" dirty="0" smtClean="0"/>
              <a:t>Central</a:t>
            </a:r>
            <a:endParaRPr lang="pt-BR" dirty="0"/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Arquivos</a:t>
            </a:r>
            <a:endParaRPr lang="pt-BR" dirty="0"/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Fintech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Endpoint</a:t>
            </a:r>
            <a:endParaRPr lang="pt-BR" dirty="0">
              <a:solidFill>
                <a:schemeClr val="bg1"/>
              </a:solidFill>
            </a:endParaRP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 flipV="1">
            <a:off x="3725334" y="5426753"/>
            <a:ext cx="2573866" cy="129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DB</a:t>
            </a:r>
            <a:endParaRPr lang="pt-BR" dirty="0"/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 smtClean="0">
                <a:solidFill>
                  <a:schemeClr val="bg1"/>
                </a:solidFill>
              </a:rPr>
              <a:t>BackEnd</a:t>
            </a:r>
            <a:r>
              <a:rPr lang="pt-BR" dirty="0" smtClean="0">
                <a:solidFill>
                  <a:schemeClr val="bg1"/>
                </a:solidFill>
              </a:rPr>
              <a:t> API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 smtClean="0">
                <a:solidFill>
                  <a:schemeClr val="bg1"/>
                </a:solidFill>
              </a:rPr>
              <a:t>FrontEnd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MVC</a:t>
            </a:r>
            <a:endParaRPr lang="pt-BR" dirty="0"/>
          </a:p>
        </p:txBody>
      </p:sp>
      <p:sp>
        <p:nvSpPr>
          <p:cNvPr id="34" name="CaixaDeTexto 33"/>
          <p:cNvSpPr txBox="1"/>
          <p:nvPr/>
        </p:nvSpPr>
        <p:spPr>
          <a:xfrm>
            <a:off x="3965223" y="3149997"/>
            <a:ext cx="142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</a:t>
            </a:r>
          </a:p>
          <a:p>
            <a:r>
              <a:rPr lang="pt-BR" dirty="0" smtClean="0"/>
              <a:t>C</a:t>
            </a:r>
            <a:endParaRPr lang="pt-BR" dirty="0"/>
          </a:p>
        </p:txBody>
      </p:sp>
      <p:sp>
        <p:nvSpPr>
          <p:cNvPr id="35" name="CaixaDeTexto 34"/>
          <p:cNvSpPr txBox="1"/>
          <p:nvPr/>
        </p:nvSpPr>
        <p:spPr>
          <a:xfrm>
            <a:off x="3982156" y="1916368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V</a:t>
            </a:r>
            <a:endParaRPr lang="pt-BR" dirty="0"/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SQUAD BI</a:t>
            </a:r>
            <a:endParaRPr lang="pt-BR" dirty="0"/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Analise de Dados</a:t>
            </a:r>
            <a:endParaRPr lang="pt-BR" dirty="0"/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/>
              <a:t>Python/Power BI ou </a:t>
            </a:r>
            <a:r>
              <a:rPr lang="pt-BR" sz="1200" dirty="0" err="1" smtClean="0"/>
              <a:t>Quicksight</a:t>
            </a:r>
            <a:endParaRPr lang="pt-BR" sz="1200" dirty="0"/>
          </a:p>
        </p:txBody>
      </p:sp>
      <p:sp>
        <p:nvSpPr>
          <p:cNvPr id="45" name="Retângulo 44"/>
          <p:cNvSpPr/>
          <p:nvPr/>
        </p:nvSpPr>
        <p:spPr>
          <a:xfrm>
            <a:off x="2114550" y="1052071"/>
            <a:ext cx="3845633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C# / ASP.NET /CSS/ HTMl / JS ou Angular</a:t>
            </a:r>
            <a:endParaRPr lang="pt-BR" sz="1400" dirty="0"/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Power BI / Python / </a:t>
            </a:r>
            <a:r>
              <a:rPr lang="pt-BR" sz="1400" dirty="0" err="1" smtClean="0"/>
              <a:t>Quicksight</a:t>
            </a:r>
            <a:r>
              <a:rPr lang="pt-BR" sz="1400" dirty="0" smtClean="0"/>
              <a:t> / AWS Serviços</a:t>
            </a:r>
            <a:endParaRPr lang="pt-BR" sz="1400" dirty="0"/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TXT / XML</a:t>
            </a:r>
            <a:endParaRPr lang="pt-BR" sz="1400" dirty="0"/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API </a:t>
            </a:r>
            <a:r>
              <a:rPr lang="pt-BR" sz="1400" dirty="0" err="1" smtClean="0"/>
              <a:t>Rest</a:t>
            </a:r>
            <a:endParaRPr lang="pt-BR" sz="1400" dirty="0"/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accent6"/>
                </a:solidFill>
              </a:rPr>
              <a:t>Banco</a:t>
            </a:r>
            <a:r>
              <a:rPr lang="pt-BR" b="1" dirty="0" smtClean="0">
                <a:solidFill>
                  <a:srgbClr val="C00000"/>
                </a:solidFill>
              </a:rPr>
              <a:t>S</a:t>
            </a:r>
            <a:r>
              <a:rPr lang="pt-BR" b="1" dirty="0" smtClean="0">
                <a:solidFill>
                  <a:schemeClr val="accent5"/>
                </a:solidFill>
              </a:rPr>
              <a:t>ENAI</a:t>
            </a:r>
            <a:endParaRPr lang="pt-BR" b="1" dirty="0">
              <a:solidFill>
                <a:schemeClr val="accent5"/>
              </a:solidFill>
            </a:endParaRP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Angular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55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Arquitetura do Projeto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Professor.Cetafest</cp:lastModifiedBy>
  <cp:revision>5</cp:revision>
  <dcterms:created xsi:type="dcterms:W3CDTF">2026-05-20T11:32:37Z</dcterms:created>
  <dcterms:modified xsi:type="dcterms:W3CDTF">2026-05-20T11:59:43Z</dcterms:modified>
</cp:coreProperties>
</file>